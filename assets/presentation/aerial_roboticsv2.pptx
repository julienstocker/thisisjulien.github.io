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embeddedFontLst>
    <p:embeddedFont>
      <p:font typeface="Comfortaa" pitchFamily="2" charset="0"/>
      <p:regular r:id="rId5"/>
      <p:bold r:id="rId6"/>
    </p:embeddedFont>
    <p:embeddedFont>
      <p:font typeface="Libre Franklin" pitchFamily="2" charset="77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r6XTg/WL9XeZ+FCaFTnyQgKP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31"/>
    <p:restoredTop sz="94627"/>
  </p:normalViewPr>
  <p:slideViewPr>
    <p:cSldViewPr snapToGrid="0">
      <p:cViewPr varScale="1">
        <p:scale>
          <a:sx n="219" d="100"/>
          <a:sy n="219" d="100"/>
        </p:scale>
        <p:origin x="28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3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d742bbaab6_0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gd742bbaab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re et contenu">
  <p:cSld name="1_Titre et contenu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>
            <a:spLocks noGrp="1"/>
          </p:cNvSpPr>
          <p:nvPr>
            <p:ph type="body" idx="1"/>
          </p:nvPr>
        </p:nvSpPr>
        <p:spPr>
          <a:xfrm>
            <a:off x="904875" y="1563688"/>
            <a:ext cx="4581525" cy="3386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L="457200" lvl="0" indent="-33147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3146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>
            <a:spLocks noGrp="1"/>
          </p:cNvSpPr>
          <p:nvPr>
            <p:ph type="pic" idx="2"/>
          </p:nvPr>
        </p:nvSpPr>
        <p:spPr>
          <a:xfrm>
            <a:off x="5486400" y="0"/>
            <a:ext cx="3144838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title"/>
          </p:nvPr>
        </p:nvSpPr>
        <p:spPr>
          <a:xfrm>
            <a:off x="904875" y="131032"/>
            <a:ext cx="3667125" cy="1072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dt" idx="10"/>
          </p:nvPr>
        </p:nvSpPr>
        <p:spPr>
          <a:xfrm rot="-5400000">
            <a:off x="-1221413" y="2778452"/>
            <a:ext cx="3341052" cy="9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ftr" idx="11"/>
          </p:nvPr>
        </p:nvSpPr>
        <p:spPr>
          <a:xfrm rot="-5400000">
            <a:off x="7115989" y="1874064"/>
            <a:ext cx="354326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sldNum" idx="12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e de titre">
  <p:cSld name="Diapositive de titr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>
            <a:spLocks noGrp="1"/>
          </p:cNvSpPr>
          <p:nvPr>
            <p:ph type="pic" idx="2"/>
          </p:nvPr>
        </p:nvSpPr>
        <p:spPr>
          <a:xfrm>
            <a:off x="1331913" y="0"/>
            <a:ext cx="7812087" cy="4948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ctrTitle"/>
          </p:nvPr>
        </p:nvSpPr>
        <p:spPr>
          <a:xfrm>
            <a:off x="6405563" y="786535"/>
            <a:ext cx="2738437" cy="2338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16000" tIns="0" rIns="72000" bIns="468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ibre Franklin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subTitle" idx="1"/>
          </p:nvPr>
        </p:nvSpPr>
        <p:spPr>
          <a:xfrm>
            <a:off x="4576763" y="3124922"/>
            <a:ext cx="1828800" cy="156845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0000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15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pic>
        <p:nvPicPr>
          <p:cNvPr id="28" name="Google Shape;28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47" y="80283"/>
            <a:ext cx="1175301" cy="50865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7"/>
          <p:cNvSpPr txBox="1">
            <a:spLocks noGrp="1"/>
          </p:cNvSpPr>
          <p:nvPr>
            <p:ph type="body" idx="3"/>
          </p:nvPr>
        </p:nvSpPr>
        <p:spPr>
          <a:xfrm>
            <a:off x="6400800" y="4683125"/>
            <a:ext cx="1828800" cy="4603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990"/>
              <a:buNone/>
              <a:defRPr sz="1100"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3146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4"/>
          </p:nvPr>
        </p:nvSpPr>
        <p:spPr>
          <a:xfrm>
            <a:off x="82550" y="4440264"/>
            <a:ext cx="698500" cy="5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6860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630"/>
              <a:buFont typeface="Arial"/>
              <a:buChar char="•"/>
              <a:defRPr sz="7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3146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126">
          <p15:clr>
            <a:srgbClr val="FBAE40"/>
          </p15:clr>
        </p15:guide>
        <p15:guide id="4" orient="horz" pos="123">
          <p15:clr>
            <a:srgbClr val="FBAE40"/>
          </p15:clr>
        </p15:guide>
        <p15:guide id="5" orient="horz" pos="3117">
          <p15:clr>
            <a:srgbClr val="FBAE40"/>
          </p15:clr>
        </p15:guide>
        <p15:guide id="6" pos="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>
  <p:cSld name="Titre de sec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8"/>
          <p:cNvSpPr txBox="1"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918F8F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15"/>
              <a:buNone/>
              <a:defRPr sz="1350">
                <a:solidFill>
                  <a:srgbClr val="918F8F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8"/>
          <p:cNvSpPr>
            <a:spLocks noGrp="1"/>
          </p:cNvSpPr>
          <p:nvPr>
            <p:ph type="pic" idx="2"/>
          </p:nvPr>
        </p:nvSpPr>
        <p:spPr>
          <a:xfrm>
            <a:off x="904875" y="0"/>
            <a:ext cx="3667125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dt" idx="10"/>
          </p:nvPr>
        </p:nvSpPr>
        <p:spPr>
          <a:xfrm rot="-5400000">
            <a:off x="-1221413" y="2778452"/>
            <a:ext cx="3341052" cy="9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ftr" idx="11"/>
          </p:nvPr>
        </p:nvSpPr>
        <p:spPr>
          <a:xfrm rot="-5400000">
            <a:off x="7115989" y="1874064"/>
            <a:ext cx="354326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sldNum" idx="12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re de section">
  <p:cSld name="2_Titre de sec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918F8F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15"/>
              <a:buNone/>
              <a:defRPr sz="1350">
                <a:solidFill>
                  <a:srgbClr val="918F8F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9"/>
          <p:cNvSpPr>
            <a:spLocks noGrp="1"/>
          </p:cNvSpPr>
          <p:nvPr>
            <p:ph type="pic" idx="2"/>
          </p:nvPr>
        </p:nvSpPr>
        <p:spPr>
          <a:xfrm>
            <a:off x="904875" y="0"/>
            <a:ext cx="3667125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dt" idx="10"/>
          </p:nvPr>
        </p:nvSpPr>
        <p:spPr>
          <a:xfrm rot="-5400000">
            <a:off x="-1221413" y="2778452"/>
            <a:ext cx="3341052" cy="9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ftr" idx="11"/>
          </p:nvPr>
        </p:nvSpPr>
        <p:spPr>
          <a:xfrm rot="-5400000">
            <a:off x="7115989" y="1874064"/>
            <a:ext cx="354326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sldNum" idx="12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re de section">
  <p:cSld name="1_Titre de sec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0"/>
          <p:cNvSpPr txBox="1"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918F8F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15"/>
              <a:buNone/>
              <a:defRPr sz="1350">
                <a:solidFill>
                  <a:srgbClr val="918F8F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 sz="1200">
                <a:solidFill>
                  <a:srgbClr val="918F8F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20"/>
          <p:cNvSpPr>
            <a:spLocks noGrp="1"/>
          </p:cNvSpPr>
          <p:nvPr>
            <p:ph type="pic" idx="2"/>
          </p:nvPr>
        </p:nvSpPr>
        <p:spPr>
          <a:xfrm>
            <a:off x="904875" y="0"/>
            <a:ext cx="3667125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 rot="-5400000">
            <a:off x="-1221413" y="2778452"/>
            <a:ext cx="3341052" cy="9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 rot="-5400000">
            <a:off x="7115989" y="1874064"/>
            <a:ext cx="354326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904875" y="1563688"/>
            <a:ext cx="7726363" cy="3386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L="457200" lvl="0" indent="-33147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3146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title"/>
          </p:nvPr>
        </p:nvSpPr>
        <p:spPr>
          <a:xfrm>
            <a:off x="904875" y="131032"/>
            <a:ext cx="3667125" cy="1072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 rot="-5400000">
            <a:off x="-1221413" y="2778452"/>
            <a:ext cx="3341052" cy="9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 rot="-5400000">
            <a:off x="7115989" y="1874064"/>
            <a:ext cx="354326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re et contenu">
  <p:cSld name="2_Titre et contenu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>
            <a:spLocks noGrp="1"/>
          </p:cNvSpPr>
          <p:nvPr>
            <p:ph type="pic" idx="2"/>
          </p:nvPr>
        </p:nvSpPr>
        <p:spPr>
          <a:xfrm>
            <a:off x="904875" y="0"/>
            <a:ext cx="3144838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body" idx="1"/>
          </p:nvPr>
        </p:nvSpPr>
        <p:spPr>
          <a:xfrm>
            <a:off x="4049395" y="1563688"/>
            <a:ext cx="4581525" cy="3386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L="457200" lvl="0" indent="-33147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3146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dt" idx="10"/>
          </p:nvPr>
        </p:nvSpPr>
        <p:spPr>
          <a:xfrm rot="-5400000">
            <a:off x="-1221413" y="2778452"/>
            <a:ext cx="3341052" cy="9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ftr" idx="11"/>
          </p:nvPr>
        </p:nvSpPr>
        <p:spPr>
          <a:xfrm rot="-5400000">
            <a:off x="7115989" y="1874064"/>
            <a:ext cx="354326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sldNum" idx="12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904876" y="131032"/>
            <a:ext cx="3144520" cy="1072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re et contenu">
  <p:cSld name="4_Titre et contenu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>
            <a:spLocks noGrp="1"/>
          </p:cNvSpPr>
          <p:nvPr>
            <p:ph type="pic" idx="2"/>
          </p:nvPr>
        </p:nvSpPr>
        <p:spPr>
          <a:xfrm>
            <a:off x="904875" y="0"/>
            <a:ext cx="3144838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>
            <a:off x="4049395" y="1563688"/>
            <a:ext cx="4581525" cy="3386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L="457200" lvl="0" indent="-33147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3146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 rot="-5400000">
            <a:off x="-1221413" y="2778452"/>
            <a:ext cx="3341052" cy="9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 rot="-5400000">
            <a:off x="7115989" y="1874064"/>
            <a:ext cx="354326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4049395" y="131032"/>
            <a:ext cx="3144520" cy="1072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re et contenu">
  <p:cSld name="3_Titre et contenu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5"/>
          <p:cNvSpPr>
            <a:spLocks noGrp="1"/>
          </p:cNvSpPr>
          <p:nvPr>
            <p:ph type="pic" idx="2"/>
          </p:nvPr>
        </p:nvSpPr>
        <p:spPr>
          <a:xfrm>
            <a:off x="904875" y="1563688"/>
            <a:ext cx="3144838" cy="357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body" idx="1"/>
          </p:nvPr>
        </p:nvSpPr>
        <p:spPr>
          <a:xfrm>
            <a:off x="4049395" y="1563688"/>
            <a:ext cx="4581525" cy="3386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L="457200" lvl="0" indent="-33147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3146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title"/>
          </p:nvPr>
        </p:nvSpPr>
        <p:spPr>
          <a:xfrm>
            <a:off x="904875" y="131032"/>
            <a:ext cx="3667125" cy="1072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dt" idx="10"/>
          </p:nvPr>
        </p:nvSpPr>
        <p:spPr>
          <a:xfrm rot="-5400000">
            <a:off x="-1221413" y="2778452"/>
            <a:ext cx="3341052" cy="9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ftr" idx="11"/>
          </p:nvPr>
        </p:nvSpPr>
        <p:spPr>
          <a:xfrm rot="-5400000">
            <a:off x="7115989" y="1874064"/>
            <a:ext cx="354326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sldNum" idx="12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6"/>
          <p:cNvSpPr txBox="1">
            <a:spLocks noGrp="1"/>
          </p:cNvSpPr>
          <p:nvPr>
            <p:ph type="body" idx="1"/>
          </p:nvPr>
        </p:nvSpPr>
        <p:spPr>
          <a:xfrm>
            <a:off x="904875" y="1563688"/>
            <a:ext cx="3671466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L="457200" lvl="0" indent="-33147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3146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body" idx="2"/>
          </p:nvPr>
        </p:nvSpPr>
        <p:spPr>
          <a:xfrm>
            <a:off x="4959772" y="1563688"/>
            <a:ext cx="3671466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L="457200" lvl="0" indent="-33147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3146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title"/>
          </p:nvPr>
        </p:nvSpPr>
        <p:spPr>
          <a:xfrm>
            <a:off x="904875" y="131032"/>
            <a:ext cx="3667125" cy="1072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6"/>
          <p:cNvSpPr txBox="1">
            <a:spLocks noGrp="1"/>
          </p:cNvSpPr>
          <p:nvPr>
            <p:ph type="dt" idx="10"/>
          </p:nvPr>
        </p:nvSpPr>
        <p:spPr>
          <a:xfrm rot="-5400000">
            <a:off x="-1221413" y="2778452"/>
            <a:ext cx="3341052" cy="9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6"/>
          <p:cNvSpPr txBox="1">
            <a:spLocks noGrp="1"/>
          </p:cNvSpPr>
          <p:nvPr>
            <p:ph type="ftr" idx="11"/>
          </p:nvPr>
        </p:nvSpPr>
        <p:spPr>
          <a:xfrm rot="-5400000">
            <a:off x="7115989" y="1874064"/>
            <a:ext cx="354326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6"/>
          <p:cNvSpPr txBox="1">
            <a:spLocks noGrp="1"/>
          </p:cNvSpPr>
          <p:nvPr>
            <p:ph type="sldNum" idx="12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>
  <p:cSld name="Titre seul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7"/>
          <p:cNvSpPr txBox="1">
            <a:spLocks noGrp="1"/>
          </p:cNvSpPr>
          <p:nvPr>
            <p:ph type="title"/>
          </p:nvPr>
        </p:nvSpPr>
        <p:spPr>
          <a:xfrm>
            <a:off x="904875" y="131032"/>
            <a:ext cx="3667125" cy="1072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 rot="-5400000">
            <a:off x="-1221413" y="2778452"/>
            <a:ext cx="3341052" cy="9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 rot="-5400000">
            <a:off x="7115989" y="1874064"/>
            <a:ext cx="354326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re seul">
  <p:cSld name="1_Titre seul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>
            <a:spLocks noGrp="1"/>
          </p:cNvSpPr>
          <p:nvPr>
            <p:ph type="pic" idx="2"/>
          </p:nvPr>
        </p:nvSpPr>
        <p:spPr>
          <a:xfrm>
            <a:off x="904875" y="0"/>
            <a:ext cx="8239125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6405563" y="2571750"/>
            <a:ext cx="2738437" cy="2111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0000" tIns="0" rIns="72000" bIns="468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dt" idx="10"/>
          </p:nvPr>
        </p:nvSpPr>
        <p:spPr>
          <a:xfrm rot="-5400000">
            <a:off x="-1221413" y="2778452"/>
            <a:ext cx="3341052" cy="9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ftr" idx="11"/>
          </p:nvPr>
        </p:nvSpPr>
        <p:spPr>
          <a:xfrm rot="-5400000">
            <a:off x="7115989" y="1874064"/>
            <a:ext cx="354326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sldNum" idx="12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re seul">
  <p:cSld name="2_Titre seul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9"/>
          <p:cNvSpPr>
            <a:spLocks noGrp="1"/>
          </p:cNvSpPr>
          <p:nvPr>
            <p:ph type="pic" idx="2"/>
          </p:nvPr>
        </p:nvSpPr>
        <p:spPr>
          <a:xfrm>
            <a:off x="904875" y="0"/>
            <a:ext cx="7726363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29"/>
          <p:cNvSpPr txBox="1">
            <a:spLocks noGrp="1"/>
          </p:cNvSpPr>
          <p:nvPr>
            <p:ph type="dt" idx="10"/>
          </p:nvPr>
        </p:nvSpPr>
        <p:spPr>
          <a:xfrm rot="-5400000">
            <a:off x="-1221413" y="2778452"/>
            <a:ext cx="3341052" cy="9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9"/>
          <p:cNvSpPr txBox="1">
            <a:spLocks noGrp="1"/>
          </p:cNvSpPr>
          <p:nvPr>
            <p:ph type="ftr" idx="11"/>
          </p:nvPr>
        </p:nvSpPr>
        <p:spPr>
          <a:xfrm rot="-5400000">
            <a:off x="7115989" y="1874064"/>
            <a:ext cx="354326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sldNum" idx="12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re seul">
  <p:cSld name="3_Titre seul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0"/>
          <p:cNvSpPr>
            <a:spLocks noGrp="1"/>
          </p:cNvSpPr>
          <p:nvPr>
            <p:ph type="pic" idx="2"/>
          </p:nvPr>
        </p:nvSpPr>
        <p:spPr>
          <a:xfrm>
            <a:off x="904875" y="3114674"/>
            <a:ext cx="8239125" cy="202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body" idx="1"/>
          </p:nvPr>
        </p:nvSpPr>
        <p:spPr>
          <a:xfrm>
            <a:off x="904875" y="1563688"/>
            <a:ext cx="7646988" cy="143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L="457200" lvl="0" indent="-33147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620"/>
              <a:buChar char="▪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31469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1828800" lvl="3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1432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30"/>
          <p:cNvSpPr txBox="1">
            <a:spLocks noGrp="1"/>
          </p:cNvSpPr>
          <p:nvPr>
            <p:ph type="dt" idx="10"/>
          </p:nvPr>
        </p:nvSpPr>
        <p:spPr>
          <a:xfrm rot="-5400000">
            <a:off x="-1221413" y="2778452"/>
            <a:ext cx="3341052" cy="9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0"/>
          <p:cNvSpPr txBox="1">
            <a:spLocks noGrp="1"/>
          </p:cNvSpPr>
          <p:nvPr>
            <p:ph type="ftr" idx="11"/>
          </p:nvPr>
        </p:nvSpPr>
        <p:spPr>
          <a:xfrm rot="-5400000">
            <a:off x="7115989" y="1874064"/>
            <a:ext cx="354326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0"/>
          <p:cNvSpPr txBox="1">
            <a:spLocks noGrp="1"/>
          </p:cNvSpPr>
          <p:nvPr>
            <p:ph type="sldNum" idx="12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title"/>
          </p:nvPr>
        </p:nvSpPr>
        <p:spPr>
          <a:xfrm>
            <a:off x="904875" y="131032"/>
            <a:ext cx="3667125" cy="1072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1"/>
          <p:cNvSpPr txBox="1">
            <a:spLocks noGrp="1"/>
          </p:cNvSpPr>
          <p:nvPr>
            <p:ph type="dt" idx="10"/>
          </p:nvPr>
        </p:nvSpPr>
        <p:spPr>
          <a:xfrm rot="-5400000">
            <a:off x="-1221413" y="2778452"/>
            <a:ext cx="3341052" cy="9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ftr" idx="11"/>
          </p:nvPr>
        </p:nvSpPr>
        <p:spPr>
          <a:xfrm rot="-5400000">
            <a:off x="7115989" y="1874064"/>
            <a:ext cx="354326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1"/>
          <p:cNvSpPr txBox="1">
            <a:spLocks noGrp="1"/>
          </p:cNvSpPr>
          <p:nvPr>
            <p:ph type="sldNum" idx="12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904875" y="131032"/>
            <a:ext cx="3667125" cy="1072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Franklin"/>
              <a:buNone/>
              <a:defRPr sz="32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904875" y="1563688"/>
            <a:ext cx="7726363" cy="3386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>
            <a:lvl1pPr marL="457200" marR="0" lvl="0" indent="-33147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 rot="-5400000">
            <a:off x="-1221413" y="2778452"/>
            <a:ext cx="3341052" cy="9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 rot="-5400000">
            <a:off x="7115989" y="1874064"/>
            <a:ext cx="3543260" cy="51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5" name="Google Shape;15;p16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30273" y="132334"/>
            <a:ext cx="653952" cy="28302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6"/>
          <p:cNvSpPr/>
          <p:nvPr/>
        </p:nvSpPr>
        <p:spPr>
          <a:xfrm rot="-5400000">
            <a:off x="430003" y="4897709"/>
            <a:ext cx="45719" cy="597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126">
          <p15:clr>
            <a:srgbClr val="F26B43"/>
          </p15:clr>
        </p15:guide>
        <p15:guide id="3" pos="5602">
          <p15:clr>
            <a:srgbClr val="F26B43"/>
          </p15:clr>
        </p15:guide>
        <p15:guide id="4" pos="2880">
          <p15:clr>
            <a:srgbClr val="F26B43"/>
          </p15:clr>
        </p15:guide>
        <p15:guide id="5" orient="horz" pos="123">
          <p15:clr>
            <a:srgbClr val="F26B43"/>
          </p15:clr>
        </p15:guide>
        <p15:guide id="6" orient="horz" pos="3117">
          <p15:clr>
            <a:srgbClr val="F26B43"/>
          </p15:clr>
        </p15:guide>
        <p15:guide id="7" pos="570">
          <p15:clr>
            <a:srgbClr val="F26B43"/>
          </p15:clr>
        </p15:guide>
        <p15:guide id="8" pos="1155">
          <p15:clr>
            <a:srgbClr val="F26B43"/>
          </p15:clr>
        </p15:guide>
        <p15:guide id="9" pos="1728">
          <p15:clr>
            <a:srgbClr val="F26B43"/>
          </p15:clr>
        </p15:guide>
        <p15:guide id="10" pos="2304">
          <p15:clr>
            <a:srgbClr val="F26B43"/>
          </p15:clr>
        </p15:guide>
        <p15:guide id="11" pos="3456">
          <p15:clr>
            <a:srgbClr val="F26B43"/>
          </p15:clr>
        </p15:guide>
        <p15:guide id="12" pos="4035">
          <p15:clr>
            <a:srgbClr val="F26B43"/>
          </p15:clr>
        </p15:guide>
        <p15:guide id="13" pos="4608">
          <p15:clr>
            <a:srgbClr val="F26B43"/>
          </p15:clr>
        </p15:guide>
        <p15:guide id="14" pos="5180">
          <p15:clr>
            <a:srgbClr val="F26B43"/>
          </p15:clr>
        </p15:guide>
        <p15:guide id="15" orient="horz" pos="490">
          <p15:clr>
            <a:srgbClr val="F26B43"/>
          </p15:clr>
        </p15:guide>
        <p15:guide id="16" orient="horz" pos="985">
          <p15:clr>
            <a:srgbClr val="F26B43"/>
          </p15:clr>
        </p15:guide>
        <p15:guide id="17" orient="horz" pos="1475">
          <p15:clr>
            <a:srgbClr val="F26B43"/>
          </p15:clr>
        </p15:guide>
        <p15:guide id="18" orient="horz" pos="1962">
          <p15:clr>
            <a:srgbClr val="F26B43"/>
          </p15:clr>
        </p15:guide>
        <p15:guide id="19" orient="horz" pos="2458">
          <p15:clr>
            <a:srgbClr val="F26B43"/>
          </p15:clr>
        </p15:guide>
        <p15:guide id="20" orient="horz" pos="2950">
          <p15:clr>
            <a:srgbClr val="F26B43"/>
          </p15:clr>
        </p15:guide>
        <p15:guide id="21" pos="5437">
          <p15:clr>
            <a:srgbClr val="F26B43"/>
          </p15:clr>
        </p15:guide>
        <p15:guide id="22" orient="horz">
          <p15:clr>
            <a:srgbClr val="F26B43"/>
          </p15:clr>
        </p15:guide>
        <p15:guide id="23" pos="5760">
          <p15:clr>
            <a:srgbClr val="F26B43"/>
          </p15:clr>
        </p15:guide>
        <p15:guide id="24" orient="horz" pos="3240">
          <p15:clr>
            <a:srgbClr val="F26B43"/>
          </p15:clr>
        </p15:guide>
        <p15:guide id="2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>
            <a:spLocks noGrp="1"/>
          </p:cNvSpPr>
          <p:nvPr>
            <p:ph type="title"/>
          </p:nvPr>
        </p:nvSpPr>
        <p:spPr>
          <a:xfrm>
            <a:off x="904875" y="131025"/>
            <a:ext cx="4884600" cy="606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180000" tIns="0" rIns="72000" bIns="468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Franklin"/>
              <a:buNone/>
            </a:pPr>
            <a:r>
              <a:rPr lang="fr-FR"/>
              <a:t>Experimental Setup</a:t>
            </a:r>
            <a:endParaRPr/>
          </a:p>
        </p:txBody>
      </p:sp>
      <p:sp>
        <p:nvSpPr>
          <p:cNvPr id="121" name="Google Shape;121;p6"/>
          <p:cNvSpPr txBox="1">
            <a:spLocks noGrp="1"/>
          </p:cNvSpPr>
          <p:nvPr>
            <p:ph type="sldNum" idx="12"/>
          </p:nvPr>
        </p:nvSpPr>
        <p:spPr>
          <a:xfrm>
            <a:off x="8631238" y="195263"/>
            <a:ext cx="512762" cy="16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264247" y="4845606"/>
            <a:ext cx="264300" cy="17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 txBox="1">
            <a:spLocks noGrp="1"/>
          </p:cNvSpPr>
          <p:nvPr>
            <p:ph type="body" idx="4294967295"/>
          </p:nvPr>
        </p:nvSpPr>
        <p:spPr>
          <a:xfrm>
            <a:off x="0" y="4597289"/>
            <a:ext cx="13419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114300" lvl="0" indent="-6794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30"/>
              <a:buFont typeface="Arial"/>
              <a:buNone/>
            </a:pPr>
            <a:r>
              <a:rPr lang="fr-FR" sz="800"/>
              <a:t>Augustin Mohr </a:t>
            </a:r>
            <a:endParaRPr sz="800"/>
          </a:p>
          <a:p>
            <a:pPr marL="114300" lvl="0" indent="-6794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30"/>
              <a:buFont typeface="Arial"/>
              <a:buNone/>
            </a:pPr>
            <a:r>
              <a:rPr lang="fr-FR" sz="800"/>
              <a:t>Nicolas Cavedon</a:t>
            </a:r>
            <a:endParaRPr sz="800"/>
          </a:p>
          <a:p>
            <a:pPr marL="114300" lvl="0" indent="-6794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30"/>
              <a:buFont typeface="Arial"/>
              <a:buNone/>
            </a:pPr>
            <a:r>
              <a:rPr lang="fr-FR" sz="800"/>
              <a:t>Christopher Stocker</a:t>
            </a:r>
            <a:endParaRPr sz="800"/>
          </a:p>
        </p:txBody>
      </p:sp>
      <p:pic>
        <p:nvPicPr>
          <p:cNvPr id="124" name="Google Shape;124;p6"/>
          <p:cNvPicPr preferRelativeResize="0"/>
          <p:nvPr/>
        </p:nvPicPr>
        <p:blipFill rotWithShape="1">
          <a:blip r:embed="rId3">
            <a:alphaModFix/>
          </a:blip>
          <a:srcRect t="40179" r="6393" b="14811"/>
          <a:stretch/>
        </p:blipFill>
        <p:spPr>
          <a:xfrm>
            <a:off x="257617" y="992600"/>
            <a:ext cx="8635556" cy="376698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5727417" y="1163793"/>
            <a:ext cx="1430700" cy="320700"/>
          </a:xfrm>
          <a:prstGeom prst="roundRect">
            <a:avLst>
              <a:gd name="adj" fmla="val 16667"/>
            </a:avLst>
          </a:prstGeom>
          <a:solidFill>
            <a:srgbClr val="CFE2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Landing Pad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00522" y="3050123"/>
            <a:ext cx="1267772" cy="320700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Home Pad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150547" y="1981388"/>
            <a:ext cx="1276500" cy="469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Obstacle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-FR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Avoidance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28" name="Google Shape;128;p6"/>
          <p:cNvCxnSpPr/>
          <p:nvPr/>
        </p:nvCxnSpPr>
        <p:spPr>
          <a:xfrm rot="10800000">
            <a:off x="5727360" y="1811909"/>
            <a:ext cx="729600" cy="21291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29" name="Google Shape;129;p6"/>
          <p:cNvCxnSpPr/>
          <p:nvPr/>
        </p:nvCxnSpPr>
        <p:spPr>
          <a:xfrm>
            <a:off x="1386495" y="3810197"/>
            <a:ext cx="2094600" cy="417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0" name="Google Shape;130;p6"/>
          <p:cNvCxnSpPr/>
          <p:nvPr/>
        </p:nvCxnSpPr>
        <p:spPr>
          <a:xfrm rot="10800000">
            <a:off x="6167031" y="1696329"/>
            <a:ext cx="86700" cy="1869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1" name="Google Shape;131;p6"/>
          <p:cNvCxnSpPr/>
          <p:nvPr/>
        </p:nvCxnSpPr>
        <p:spPr>
          <a:xfrm rot="10800000" flipH="1">
            <a:off x="5727428" y="1758805"/>
            <a:ext cx="489000" cy="102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2" name="Google Shape;132;p6"/>
          <p:cNvCxnSpPr/>
          <p:nvPr/>
        </p:nvCxnSpPr>
        <p:spPr>
          <a:xfrm>
            <a:off x="4304507" y="3062464"/>
            <a:ext cx="2105700" cy="8310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3" name="Google Shape;133;p6"/>
          <p:cNvSpPr/>
          <p:nvPr/>
        </p:nvSpPr>
        <p:spPr>
          <a:xfrm>
            <a:off x="3448144" y="2910836"/>
            <a:ext cx="936580" cy="917988"/>
          </a:xfrm>
          <a:custGeom>
            <a:avLst/>
            <a:gdLst/>
            <a:ahLst/>
            <a:cxnLst/>
            <a:rect l="l" t="t" r="r" b="b"/>
            <a:pathLst>
              <a:path w="37437" h="34145" extrusionOk="0">
                <a:moveTo>
                  <a:pt x="0" y="34145"/>
                </a:moveTo>
                <a:cubicBezTo>
                  <a:pt x="1436" y="28796"/>
                  <a:pt x="3845" y="7137"/>
                  <a:pt x="8614" y="2052"/>
                </a:cubicBezTo>
                <a:cubicBezTo>
                  <a:pt x="13383" y="-3033"/>
                  <a:pt x="23810" y="2837"/>
                  <a:pt x="28614" y="3635"/>
                </a:cubicBezTo>
                <a:cubicBezTo>
                  <a:pt x="33418" y="4434"/>
                  <a:pt x="35967" y="6308"/>
                  <a:pt x="37437" y="6843"/>
                </a:cubicBezTo>
              </a:path>
            </a:pathLst>
          </a:custGeom>
          <a:noFill/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4" name="Google Shape;134;p6"/>
          <p:cNvCxnSpPr/>
          <p:nvPr/>
        </p:nvCxnSpPr>
        <p:spPr>
          <a:xfrm flipH="1">
            <a:off x="5064424" y="2043736"/>
            <a:ext cx="1276500" cy="3117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5" name="Google Shape;135;p6"/>
          <p:cNvCxnSpPr/>
          <p:nvPr/>
        </p:nvCxnSpPr>
        <p:spPr>
          <a:xfrm flipH="1">
            <a:off x="1185530" y="2522034"/>
            <a:ext cx="3318600" cy="11340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6" name="Google Shape;136;p6"/>
          <p:cNvSpPr/>
          <p:nvPr/>
        </p:nvSpPr>
        <p:spPr>
          <a:xfrm>
            <a:off x="4500803" y="2373302"/>
            <a:ext cx="571900" cy="272533"/>
          </a:xfrm>
          <a:custGeom>
            <a:avLst/>
            <a:gdLst/>
            <a:ahLst/>
            <a:cxnLst/>
            <a:rect l="l" t="t" r="r" b="b"/>
            <a:pathLst>
              <a:path w="22860" h="10137" extrusionOk="0">
                <a:moveTo>
                  <a:pt x="0" y="6295"/>
                </a:moveTo>
                <a:cubicBezTo>
                  <a:pt x="1436" y="6902"/>
                  <a:pt x="5743" y="9553"/>
                  <a:pt x="8614" y="9939"/>
                </a:cubicBezTo>
                <a:cubicBezTo>
                  <a:pt x="11485" y="10326"/>
                  <a:pt x="14854" y="10271"/>
                  <a:pt x="17228" y="8614"/>
                </a:cubicBezTo>
                <a:cubicBezTo>
                  <a:pt x="19602" y="6958"/>
                  <a:pt x="21921" y="1436"/>
                  <a:pt x="22860" y="0"/>
                </a:cubicBezTo>
              </a:path>
            </a:pathLst>
          </a:custGeom>
          <a:noFill/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d742bbaab6_0_36"/>
          <p:cNvSpPr txBox="1">
            <a:spLocks noGrp="1"/>
          </p:cNvSpPr>
          <p:nvPr>
            <p:ph type="title"/>
          </p:nvPr>
        </p:nvSpPr>
        <p:spPr>
          <a:xfrm>
            <a:off x="904875" y="131032"/>
            <a:ext cx="3667200" cy="10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Franklin"/>
              <a:buNone/>
            </a:pPr>
            <a:r>
              <a:rPr lang="fr-FR"/>
              <a:t>Strategy</a:t>
            </a:r>
            <a:endParaRPr/>
          </a:p>
        </p:txBody>
      </p:sp>
      <p:sp>
        <p:nvSpPr>
          <p:cNvPr id="142" name="Google Shape;142;gd742bbaab6_0_36"/>
          <p:cNvSpPr txBox="1">
            <a:spLocks noGrp="1"/>
          </p:cNvSpPr>
          <p:nvPr>
            <p:ph type="sldNum" idx="12"/>
          </p:nvPr>
        </p:nvSpPr>
        <p:spPr>
          <a:xfrm>
            <a:off x="8631238" y="195263"/>
            <a:ext cx="512700" cy="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  <p:sp>
        <p:nvSpPr>
          <p:cNvPr id="143" name="Google Shape;143;gd742bbaab6_0_36"/>
          <p:cNvSpPr txBox="1">
            <a:spLocks noGrp="1"/>
          </p:cNvSpPr>
          <p:nvPr>
            <p:ph type="body" idx="1"/>
          </p:nvPr>
        </p:nvSpPr>
        <p:spPr>
          <a:xfrm>
            <a:off x="492689" y="548019"/>
            <a:ext cx="5153326" cy="1672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rmAutofit/>
          </a:bodyPr>
          <a:lstStyle/>
          <a:p>
            <a:pPr marL="457200" lvl="0" indent="-33147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fr-FR" b="1"/>
              <a:t>Searching pattern</a:t>
            </a:r>
            <a:endParaRPr b="1"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/>
              <a:t>Generate hardcoded waypoints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/>
              <a:t>Follow the waypoints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/>
              <a:t>Avoid obstacles with repulsive force to avoid collisions, and inserting new waypoints to dodge the obstacle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/>
              <a:t>Ends when a positive edge is detected</a:t>
            </a:r>
            <a:endParaRPr/>
          </a:p>
          <a:p>
            <a:pPr marL="9144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9144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endParaRPr/>
          </a:p>
        </p:txBody>
      </p:sp>
      <p:sp>
        <p:nvSpPr>
          <p:cNvPr id="144" name="Google Shape;144;gd742bbaab6_0_36"/>
          <p:cNvSpPr/>
          <p:nvPr/>
        </p:nvSpPr>
        <p:spPr>
          <a:xfrm>
            <a:off x="264050" y="4866500"/>
            <a:ext cx="264000" cy="16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d742bbaab6_0_36"/>
          <p:cNvSpPr txBox="1">
            <a:spLocks noGrp="1"/>
          </p:cNvSpPr>
          <p:nvPr>
            <p:ph type="body" idx="4294967295"/>
          </p:nvPr>
        </p:nvSpPr>
        <p:spPr>
          <a:xfrm>
            <a:off x="0" y="4635600"/>
            <a:ext cx="1341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114300" lvl="0" indent="-6794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30"/>
              <a:buFont typeface="Arial"/>
              <a:buNone/>
            </a:pPr>
            <a:r>
              <a:rPr lang="fr-FR" sz="800"/>
              <a:t>Augustin Mohr </a:t>
            </a:r>
            <a:endParaRPr sz="800"/>
          </a:p>
          <a:p>
            <a:pPr marL="114300" lvl="0" indent="-6794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30"/>
              <a:buFont typeface="Arial"/>
              <a:buNone/>
            </a:pPr>
            <a:r>
              <a:rPr lang="fr-FR" sz="800"/>
              <a:t>Nicolas Cavedon</a:t>
            </a:r>
            <a:endParaRPr sz="800"/>
          </a:p>
          <a:p>
            <a:pPr marL="114300" lvl="0" indent="-6794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30"/>
              <a:buFont typeface="Arial"/>
              <a:buNone/>
            </a:pPr>
            <a:r>
              <a:rPr lang="fr-FR" sz="800"/>
              <a:t>Christopher Stocker</a:t>
            </a:r>
            <a:endParaRPr sz="800"/>
          </a:p>
        </p:txBody>
      </p:sp>
      <p:grpSp>
        <p:nvGrpSpPr>
          <p:cNvPr id="146" name="Google Shape;146;gd742bbaab6_0_36"/>
          <p:cNvGrpSpPr/>
          <p:nvPr/>
        </p:nvGrpSpPr>
        <p:grpSpPr>
          <a:xfrm>
            <a:off x="5706525" y="48926"/>
            <a:ext cx="3391350" cy="5133986"/>
            <a:chOff x="5706525" y="48926"/>
            <a:chExt cx="3391350" cy="5133986"/>
          </a:xfrm>
        </p:grpSpPr>
        <p:sp>
          <p:nvSpPr>
            <p:cNvPr id="147" name="Google Shape;147;gd742bbaab6_0_36"/>
            <p:cNvSpPr/>
            <p:nvPr/>
          </p:nvSpPr>
          <p:spPr>
            <a:xfrm>
              <a:off x="5706525" y="3497959"/>
              <a:ext cx="3003000" cy="1359325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8" name="Google Shape;148;gd742bbaab6_0_36"/>
            <p:cNvCxnSpPr/>
            <p:nvPr/>
          </p:nvCxnSpPr>
          <p:spPr>
            <a:xfrm rot="10800000">
              <a:off x="8866050" y="3688016"/>
              <a:ext cx="0" cy="122999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49" name="Google Shape;149;gd742bbaab6_0_36"/>
            <p:cNvSpPr txBox="1"/>
            <p:nvPr/>
          </p:nvSpPr>
          <p:spPr>
            <a:xfrm>
              <a:off x="8833875" y="4084062"/>
              <a:ext cx="264000" cy="4001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-FR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d742bbaab6_0_36"/>
            <p:cNvSpPr/>
            <p:nvPr/>
          </p:nvSpPr>
          <p:spPr>
            <a:xfrm>
              <a:off x="5706525" y="48926"/>
              <a:ext cx="3003000" cy="1359325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1" name="Google Shape;151;gd742bbaab6_0_36"/>
            <p:cNvCxnSpPr/>
            <p:nvPr/>
          </p:nvCxnSpPr>
          <p:spPr>
            <a:xfrm rot="10800000">
              <a:off x="6829100" y="4924987"/>
              <a:ext cx="85681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52" name="Google Shape;152;gd742bbaab6_0_36"/>
            <p:cNvSpPr txBox="1"/>
            <p:nvPr/>
          </p:nvSpPr>
          <p:spPr>
            <a:xfrm>
              <a:off x="7171850" y="4782763"/>
              <a:ext cx="264000" cy="4001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-FR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gd742bbaab6_0_36"/>
            <p:cNvSpPr/>
            <p:nvPr/>
          </p:nvSpPr>
          <p:spPr>
            <a:xfrm>
              <a:off x="5706527" y="59186"/>
              <a:ext cx="3003000" cy="4808352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gd742bbaab6_0_36"/>
          <p:cNvSpPr/>
          <p:nvPr/>
        </p:nvSpPr>
        <p:spPr>
          <a:xfrm>
            <a:off x="8052177" y="131032"/>
            <a:ext cx="512700" cy="452100"/>
          </a:xfrm>
          <a:prstGeom prst="bevel">
            <a:avLst>
              <a:gd name="adj" fmla="val 12500"/>
            </a:avLst>
          </a:prstGeom>
          <a:solidFill>
            <a:srgbClr val="CFE2F3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d742bbaab6_0_36"/>
          <p:cNvSpPr/>
          <p:nvPr/>
        </p:nvSpPr>
        <p:spPr>
          <a:xfrm>
            <a:off x="8017276" y="4203900"/>
            <a:ext cx="577981" cy="500202"/>
          </a:xfrm>
          <a:prstGeom prst="bevel">
            <a:avLst>
              <a:gd name="adj" fmla="val 12500"/>
            </a:avLst>
          </a:prstGeom>
          <a:solidFill>
            <a:srgbClr val="F4CCC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d742bbaab6_0_36"/>
          <p:cNvSpPr/>
          <p:nvPr/>
        </p:nvSpPr>
        <p:spPr>
          <a:xfrm>
            <a:off x="452400" y="577550"/>
            <a:ext cx="637800" cy="51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gd742bbaab6_0_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150" y="691125"/>
            <a:ext cx="512700" cy="5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d742bbaab6_0_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4121" y="4280298"/>
            <a:ext cx="338250" cy="338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gd742bbaab6_0_36"/>
          <p:cNvGrpSpPr/>
          <p:nvPr/>
        </p:nvGrpSpPr>
        <p:grpSpPr>
          <a:xfrm>
            <a:off x="6080690" y="327009"/>
            <a:ext cx="2254670" cy="3791337"/>
            <a:chOff x="6032180" y="314826"/>
            <a:chExt cx="2254670" cy="3791337"/>
          </a:xfrm>
        </p:grpSpPr>
        <p:grpSp>
          <p:nvGrpSpPr>
            <p:cNvPr id="160" name="Google Shape;160;gd742bbaab6_0_36"/>
            <p:cNvGrpSpPr/>
            <p:nvPr/>
          </p:nvGrpSpPr>
          <p:grpSpPr>
            <a:xfrm>
              <a:off x="6032180" y="314826"/>
              <a:ext cx="2254670" cy="3791337"/>
              <a:chOff x="6032180" y="314826"/>
              <a:chExt cx="2254670" cy="3791337"/>
            </a:xfrm>
          </p:grpSpPr>
          <p:cxnSp>
            <p:nvCxnSpPr>
              <p:cNvPr id="161" name="Google Shape;161;gd742bbaab6_0_36"/>
              <p:cNvCxnSpPr/>
              <p:nvPr/>
            </p:nvCxnSpPr>
            <p:spPr>
              <a:xfrm rot="10800000" flipH="1">
                <a:off x="8272872" y="1317063"/>
                <a:ext cx="1500" cy="27891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1E19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2" name="Google Shape;162;gd742bbaab6_0_36"/>
              <p:cNvCxnSpPr/>
              <p:nvPr/>
            </p:nvCxnSpPr>
            <p:spPr>
              <a:xfrm>
                <a:off x="6063250" y="1340050"/>
                <a:ext cx="2223600" cy="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1E19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3" name="Google Shape;163;gd742bbaab6_0_36"/>
              <p:cNvCxnSpPr/>
              <p:nvPr/>
            </p:nvCxnSpPr>
            <p:spPr>
              <a:xfrm rot="10800000">
                <a:off x="6063250" y="957677"/>
                <a:ext cx="0" cy="400181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1E19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4" name="Google Shape;164;gd742bbaab6_0_36"/>
              <p:cNvCxnSpPr/>
              <p:nvPr/>
            </p:nvCxnSpPr>
            <p:spPr>
              <a:xfrm>
                <a:off x="6063250" y="985964"/>
                <a:ext cx="2223600" cy="217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1E19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5" name="Google Shape;165;gd742bbaab6_0_36"/>
              <p:cNvCxnSpPr/>
              <p:nvPr/>
            </p:nvCxnSpPr>
            <p:spPr>
              <a:xfrm rot="10800000">
                <a:off x="6038063" y="314826"/>
                <a:ext cx="2400" cy="355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1E19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6" name="Google Shape;166;gd742bbaab6_0_36"/>
              <p:cNvCxnSpPr/>
              <p:nvPr/>
            </p:nvCxnSpPr>
            <p:spPr>
              <a:xfrm>
                <a:off x="6032180" y="682832"/>
                <a:ext cx="2223600" cy="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1E19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67" name="Google Shape;167;gd742bbaab6_0_36"/>
              <p:cNvCxnSpPr/>
              <p:nvPr/>
            </p:nvCxnSpPr>
            <p:spPr>
              <a:xfrm>
                <a:off x="6046277" y="347774"/>
                <a:ext cx="1971000" cy="9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1E19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168" name="Google Shape;168;gd742bbaab6_0_36"/>
            <p:cNvCxnSpPr/>
            <p:nvPr/>
          </p:nvCxnSpPr>
          <p:spPr>
            <a:xfrm rot="10800000">
              <a:off x="8262760" y="584530"/>
              <a:ext cx="0" cy="400181"/>
            </a:xfrm>
            <a:prstGeom prst="straightConnector1">
              <a:avLst/>
            </a:prstGeom>
            <a:noFill/>
            <a:ln w="28575" cap="flat" cmpd="sng">
              <a:solidFill>
                <a:srgbClr val="FF1E19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69" name="Google Shape;169;gd742bbaab6_0_36"/>
          <p:cNvGrpSpPr/>
          <p:nvPr/>
        </p:nvGrpSpPr>
        <p:grpSpPr>
          <a:xfrm>
            <a:off x="524506" y="2190959"/>
            <a:ext cx="5025498" cy="1158442"/>
            <a:chOff x="1213658" y="2286470"/>
            <a:chExt cx="4862188" cy="1158442"/>
          </a:xfrm>
        </p:grpSpPr>
        <p:sp>
          <p:nvSpPr>
            <p:cNvPr id="170" name="Google Shape;170;gd742bbaab6_0_36"/>
            <p:cNvSpPr txBox="1"/>
            <p:nvPr/>
          </p:nvSpPr>
          <p:spPr>
            <a:xfrm>
              <a:off x="1213658" y="2286470"/>
              <a:ext cx="4862188" cy="11584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45700" rIns="91425" bIns="45700" anchor="t" anchorCtr="0">
              <a:normAutofit lnSpcReduction="10000"/>
            </a:bodyPr>
            <a:lstStyle/>
            <a:p>
              <a:pPr marL="91440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20"/>
                <a:buFont typeface="Noto Sans Symbols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3147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20"/>
                <a:buFont typeface="Noto Sans Symbols"/>
                <a:buChar char="▪"/>
              </a:pPr>
              <a:r>
                <a:rPr lang="fr-FR" sz="1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Landing Sequence</a:t>
              </a:r>
              <a:endParaRPr/>
            </a:p>
            <a:p>
              <a:pPr marL="914400" marR="0" lvl="1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Arial"/>
                <a:buChar char="•"/>
              </a:pPr>
              <a:r>
                <a:rPr lang="fr-FR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Center in x and y of the landing pad using negative edges</a:t>
              </a:r>
              <a:endParaRPr/>
            </a:p>
            <a:p>
              <a:pPr marL="914400" marR="0" lvl="1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Arial"/>
                <a:buChar char="•"/>
              </a:pPr>
              <a:r>
                <a:rPr lang="fr-FR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Land on the pad</a:t>
              </a:r>
              <a:endParaRPr/>
            </a:p>
          </p:txBody>
        </p:sp>
        <p:sp>
          <p:nvSpPr>
            <p:cNvPr id="171" name="Google Shape;171;gd742bbaab6_0_36"/>
            <p:cNvSpPr/>
            <p:nvPr/>
          </p:nvSpPr>
          <p:spPr>
            <a:xfrm>
              <a:off x="1269962" y="2443209"/>
              <a:ext cx="505800" cy="512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gd742bbaab6_0_36"/>
          <p:cNvGrpSpPr/>
          <p:nvPr/>
        </p:nvGrpSpPr>
        <p:grpSpPr>
          <a:xfrm>
            <a:off x="271984" y="3088988"/>
            <a:ext cx="4738123" cy="1546612"/>
            <a:chOff x="271984" y="3088988"/>
            <a:chExt cx="4738123" cy="1546612"/>
          </a:xfrm>
        </p:grpSpPr>
        <p:sp>
          <p:nvSpPr>
            <p:cNvPr id="173" name="Google Shape;173;gd742bbaab6_0_36"/>
            <p:cNvSpPr txBox="1"/>
            <p:nvPr/>
          </p:nvSpPr>
          <p:spPr>
            <a:xfrm>
              <a:off x="428507" y="3088988"/>
              <a:ext cx="4581600" cy="15466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000" tIns="45700" rIns="91425" bIns="45700" anchor="t" anchorCtr="0">
              <a:normAutofit lnSpcReduction="10000"/>
            </a:bodyPr>
            <a:lstStyle/>
            <a:p>
              <a:pPr marL="91440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20"/>
                <a:buFont typeface="Noto Sans Symbols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91440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20"/>
                <a:buFont typeface="Noto Sans Symbols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marR="0" lvl="0" indent="-33147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20"/>
                <a:buFont typeface="Noto Sans Symbols"/>
                <a:buChar char="▪"/>
              </a:pPr>
              <a:r>
                <a:rPr lang="fr-FR" sz="18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Returning home</a:t>
              </a:r>
              <a:endParaRPr/>
            </a:p>
            <a:p>
              <a:pPr marL="914400" marR="0" lvl="1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Arial"/>
                <a:buChar char="•"/>
              </a:pPr>
              <a:r>
                <a:rPr lang="fr-FR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Take off from landing pad</a:t>
              </a:r>
              <a:endParaRPr/>
            </a:p>
            <a:p>
              <a:pPr marL="914400" marR="0" lvl="1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Arial"/>
                <a:buChar char="•"/>
              </a:pPr>
              <a:r>
                <a:rPr lang="fr-FR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Return to home waypoint</a:t>
              </a:r>
              <a:endParaRPr/>
            </a:p>
            <a:p>
              <a:pPr marL="914400" marR="0" lvl="1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Arial"/>
                <a:buChar char="•"/>
              </a:pPr>
              <a:r>
                <a:rPr lang="fr-FR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Concentric search of the home pad</a:t>
              </a:r>
              <a:endParaRPr/>
            </a:p>
            <a:p>
              <a:pPr marL="914400" marR="0" lvl="1" indent="-3429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Arial"/>
                <a:buChar char="•"/>
              </a:pPr>
              <a:r>
                <a:rPr lang="fr-FR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Landing sequence</a:t>
              </a:r>
              <a:endParaRPr/>
            </a:p>
          </p:txBody>
        </p:sp>
        <p:grpSp>
          <p:nvGrpSpPr>
            <p:cNvPr id="174" name="Google Shape;174;gd742bbaab6_0_36"/>
            <p:cNvGrpSpPr/>
            <p:nvPr/>
          </p:nvGrpSpPr>
          <p:grpSpPr>
            <a:xfrm>
              <a:off x="271984" y="3370804"/>
              <a:ext cx="663149" cy="878650"/>
              <a:chOff x="2143173" y="3944298"/>
              <a:chExt cx="663149" cy="878650"/>
            </a:xfrm>
          </p:grpSpPr>
          <p:sp>
            <p:nvSpPr>
              <p:cNvPr id="175" name="Google Shape;175;gd742bbaab6_0_36"/>
              <p:cNvSpPr/>
              <p:nvPr/>
            </p:nvSpPr>
            <p:spPr>
              <a:xfrm>
                <a:off x="2143173" y="3944298"/>
                <a:ext cx="663149" cy="87865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76" name="Google Shape;176;gd742bbaab6_0_36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269130" y="4084062"/>
                <a:ext cx="512700" cy="512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7" name="Google Shape;177;gd742bbaab6_0_36"/>
          <p:cNvGrpSpPr/>
          <p:nvPr/>
        </p:nvGrpSpPr>
        <p:grpSpPr>
          <a:xfrm>
            <a:off x="82128" y="2972276"/>
            <a:ext cx="976301" cy="452277"/>
            <a:chOff x="3924928" y="4387376"/>
            <a:chExt cx="1519181" cy="721614"/>
          </a:xfrm>
        </p:grpSpPr>
        <p:grpSp>
          <p:nvGrpSpPr>
            <p:cNvPr id="178" name="Google Shape;178;gd742bbaab6_0_36"/>
            <p:cNvGrpSpPr/>
            <p:nvPr/>
          </p:nvGrpSpPr>
          <p:grpSpPr>
            <a:xfrm>
              <a:off x="3924928" y="4404419"/>
              <a:ext cx="1519181" cy="704571"/>
              <a:chOff x="3924928" y="4404419"/>
              <a:chExt cx="1519181" cy="704571"/>
            </a:xfrm>
          </p:grpSpPr>
          <p:grpSp>
            <p:nvGrpSpPr>
              <p:cNvPr id="179" name="Google Shape;179;gd742bbaab6_0_36"/>
              <p:cNvGrpSpPr/>
              <p:nvPr/>
            </p:nvGrpSpPr>
            <p:grpSpPr>
              <a:xfrm>
                <a:off x="3924928" y="4404419"/>
                <a:ext cx="1376731" cy="704570"/>
                <a:chOff x="4131822" y="3688016"/>
                <a:chExt cx="1376731" cy="704570"/>
              </a:xfrm>
            </p:grpSpPr>
            <p:sp>
              <p:nvSpPr>
                <p:cNvPr id="180" name="Google Shape;180;gd742bbaab6_0_36"/>
                <p:cNvSpPr/>
                <p:nvPr/>
              </p:nvSpPr>
              <p:spPr>
                <a:xfrm>
                  <a:off x="4131822" y="4158887"/>
                  <a:ext cx="932285" cy="233699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A5040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gd742bbaab6_0_36"/>
                <p:cNvSpPr/>
                <p:nvPr/>
              </p:nvSpPr>
              <p:spPr>
                <a:xfrm>
                  <a:off x="4131822" y="3688016"/>
                  <a:ext cx="1376731" cy="455826"/>
                </a:xfrm>
                <a:prstGeom prst="parallelogram">
                  <a:avLst>
                    <a:gd name="adj" fmla="val 99910"/>
                  </a:avLst>
                </a:prstGeom>
                <a:solidFill>
                  <a:schemeClr val="accent1"/>
                </a:solidFill>
                <a:ln w="25400" cap="flat" cmpd="sng">
                  <a:solidFill>
                    <a:srgbClr val="A5040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82" name="Google Shape;182;gd742bbaab6_0_36"/>
              <p:cNvSpPr/>
              <p:nvPr/>
            </p:nvSpPr>
            <p:spPr>
              <a:xfrm rot="-2653184">
                <a:off x="4687050" y="4658496"/>
                <a:ext cx="800985" cy="199439"/>
              </a:xfrm>
              <a:prstGeom prst="parallelogram">
                <a:avLst>
                  <a:gd name="adj" fmla="val 93660"/>
                </a:avLst>
              </a:prstGeom>
              <a:solidFill>
                <a:schemeClr val="accent1"/>
              </a:solidFill>
              <a:ln w="25400" cap="flat" cmpd="sng">
                <a:solidFill>
                  <a:srgbClr val="A5040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3" name="Google Shape;183;gd742bbaab6_0_36"/>
            <p:cNvGrpSpPr/>
            <p:nvPr/>
          </p:nvGrpSpPr>
          <p:grpSpPr>
            <a:xfrm>
              <a:off x="4165153" y="4387376"/>
              <a:ext cx="954840" cy="705850"/>
              <a:chOff x="4165153" y="4387376"/>
              <a:chExt cx="954840" cy="705850"/>
            </a:xfrm>
          </p:grpSpPr>
          <p:cxnSp>
            <p:nvCxnSpPr>
              <p:cNvPr id="184" name="Google Shape;184;gd742bbaab6_0_36"/>
              <p:cNvCxnSpPr/>
              <p:nvPr/>
            </p:nvCxnSpPr>
            <p:spPr>
              <a:xfrm rot="10800000">
                <a:off x="4165153" y="4595981"/>
                <a:ext cx="954840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302D2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185" name="Google Shape;185;gd742bbaab6_0_36"/>
              <p:cNvCxnSpPr/>
              <p:nvPr/>
            </p:nvCxnSpPr>
            <p:spPr>
              <a:xfrm rot="10800000">
                <a:off x="4340606" y="4872718"/>
                <a:ext cx="0" cy="220508"/>
              </a:xfrm>
              <a:prstGeom prst="straightConnector1">
                <a:avLst/>
              </a:prstGeom>
              <a:noFill/>
              <a:ln w="25400" cap="flat" cmpd="sng">
                <a:solidFill>
                  <a:srgbClr val="302D2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186" name="Google Shape;186;gd742bbaab6_0_36"/>
              <p:cNvCxnSpPr/>
              <p:nvPr/>
            </p:nvCxnSpPr>
            <p:spPr>
              <a:xfrm rot="10800000">
                <a:off x="5117278" y="4597890"/>
                <a:ext cx="0" cy="247426"/>
              </a:xfrm>
              <a:prstGeom prst="straightConnector1">
                <a:avLst/>
              </a:prstGeom>
              <a:noFill/>
              <a:ln w="25400" cap="flat" cmpd="sng">
                <a:solidFill>
                  <a:srgbClr val="302D2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187" name="Google Shape;187;gd742bbaab6_0_36"/>
              <p:cNvCxnSpPr/>
              <p:nvPr/>
            </p:nvCxnSpPr>
            <p:spPr>
              <a:xfrm flipH="1">
                <a:off x="4333105" y="4387376"/>
                <a:ext cx="495165" cy="483963"/>
              </a:xfrm>
              <a:prstGeom prst="straightConnector1">
                <a:avLst/>
              </a:prstGeom>
              <a:noFill/>
              <a:ln w="25400" cap="flat" cmpd="sng">
                <a:solidFill>
                  <a:srgbClr val="302D2B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47"/>
                  </a:srgbClr>
                </a:outerShdw>
              </a:effectLst>
            </p:spPr>
          </p:cxnSp>
        </p:grpSp>
      </p:grpSp>
      <p:pic>
        <p:nvPicPr>
          <p:cNvPr id="188" name="Google Shape;188;gd742bbaab6_0_3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620" y="2067888"/>
            <a:ext cx="724275" cy="72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d742bbaab6_0_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2256" y="195008"/>
            <a:ext cx="338250" cy="338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gd742bbaab6_0_36"/>
          <p:cNvGrpSpPr/>
          <p:nvPr/>
        </p:nvGrpSpPr>
        <p:grpSpPr>
          <a:xfrm>
            <a:off x="7905220" y="555696"/>
            <a:ext cx="812100" cy="4175739"/>
            <a:chOff x="7860625" y="526611"/>
            <a:chExt cx="812100" cy="4175739"/>
          </a:xfrm>
        </p:grpSpPr>
        <p:cxnSp>
          <p:nvCxnSpPr>
            <p:cNvPr id="191" name="Google Shape;191;gd742bbaab6_0_36"/>
            <p:cNvCxnSpPr/>
            <p:nvPr/>
          </p:nvCxnSpPr>
          <p:spPr>
            <a:xfrm rot="10800000">
              <a:off x="8273627" y="526611"/>
              <a:ext cx="8100" cy="3955200"/>
            </a:xfrm>
            <a:prstGeom prst="straightConnector1">
              <a:avLst/>
            </a:prstGeom>
            <a:noFill/>
            <a:ln w="28575" cap="flat" cmpd="sng">
              <a:solidFill>
                <a:srgbClr val="FF1E19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92" name="Google Shape;192;gd742bbaab6_0_36"/>
            <p:cNvCxnSpPr/>
            <p:nvPr/>
          </p:nvCxnSpPr>
          <p:spPr>
            <a:xfrm>
              <a:off x="8071175" y="4481775"/>
              <a:ext cx="215700" cy="0"/>
            </a:xfrm>
            <a:prstGeom prst="straightConnector1">
              <a:avLst/>
            </a:prstGeom>
            <a:noFill/>
            <a:ln w="28575" cap="flat" cmpd="sng">
              <a:solidFill>
                <a:srgbClr val="FF1E19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93" name="Google Shape;193;gd742bbaab6_0_36"/>
            <p:cNvCxnSpPr/>
            <p:nvPr/>
          </p:nvCxnSpPr>
          <p:spPr>
            <a:xfrm rot="10800000">
              <a:off x="8071175" y="4220929"/>
              <a:ext cx="0" cy="269100"/>
            </a:xfrm>
            <a:prstGeom prst="straightConnector1">
              <a:avLst/>
            </a:prstGeom>
            <a:noFill/>
            <a:ln w="28575" cap="flat" cmpd="sng">
              <a:solidFill>
                <a:srgbClr val="FF1E19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94" name="Google Shape;194;gd742bbaab6_0_36"/>
            <p:cNvCxnSpPr/>
            <p:nvPr/>
          </p:nvCxnSpPr>
          <p:spPr>
            <a:xfrm>
              <a:off x="8055149" y="4184830"/>
              <a:ext cx="417000" cy="6300"/>
            </a:xfrm>
            <a:prstGeom prst="straightConnector1">
              <a:avLst/>
            </a:prstGeom>
            <a:noFill/>
            <a:ln w="28575" cap="flat" cmpd="sng">
              <a:solidFill>
                <a:srgbClr val="FF1E19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95" name="Google Shape;195;gd742bbaab6_0_36"/>
            <p:cNvCxnSpPr/>
            <p:nvPr/>
          </p:nvCxnSpPr>
          <p:spPr>
            <a:xfrm rot="10800000" flipH="1">
              <a:off x="8472225" y="4171875"/>
              <a:ext cx="1800" cy="500400"/>
            </a:xfrm>
            <a:prstGeom prst="straightConnector1">
              <a:avLst/>
            </a:prstGeom>
            <a:noFill/>
            <a:ln w="28575" cap="flat" cmpd="sng">
              <a:solidFill>
                <a:srgbClr val="FF1E19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96" name="Google Shape;196;gd742bbaab6_0_36"/>
            <p:cNvCxnSpPr/>
            <p:nvPr/>
          </p:nvCxnSpPr>
          <p:spPr>
            <a:xfrm>
              <a:off x="7860625" y="4652200"/>
              <a:ext cx="623400" cy="11100"/>
            </a:xfrm>
            <a:prstGeom prst="straightConnector1">
              <a:avLst/>
            </a:prstGeom>
            <a:noFill/>
            <a:ln w="28575" cap="flat" cmpd="sng">
              <a:solidFill>
                <a:srgbClr val="FF1E19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97" name="Google Shape;197;gd742bbaab6_0_36"/>
            <p:cNvCxnSpPr/>
            <p:nvPr/>
          </p:nvCxnSpPr>
          <p:spPr>
            <a:xfrm rot="10800000">
              <a:off x="7870525" y="3990549"/>
              <a:ext cx="13500" cy="681300"/>
            </a:xfrm>
            <a:prstGeom prst="straightConnector1">
              <a:avLst/>
            </a:prstGeom>
            <a:noFill/>
            <a:ln w="28575" cap="flat" cmpd="sng">
              <a:solidFill>
                <a:srgbClr val="FF1E19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98" name="Google Shape;198;gd742bbaab6_0_36"/>
            <p:cNvCxnSpPr/>
            <p:nvPr/>
          </p:nvCxnSpPr>
          <p:spPr>
            <a:xfrm>
              <a:off x="7860625" y="3979450"/>
              <a:ext cx="812100" cy="21000"/>
            </a:xfrm>
            <a:prstGeom prst="straightConnector1">
              <a:avLst/>
            </a:prstGeom>
            <a:noFill/>
            <a:ln w="28575" cap="flat" cmpd="sng">
              <a:solidFill>
                <a:srgbClr val="FF1E19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99" name="Google Shape;199;gd742bbaab6_0_36"/>
            <p:cNvCxnSpPr/>
            <p:nvPr/>
          </p:nvCxnSpPr>
          <p:spPr>
            <a:xfrm>
              <a:off x="8271700" y="4341400"/>
              <a:ext cx="360900" cy="340800"/>
            </a:xfrm>
            <a:prstGeom prst="straightConnector1">
              <a:avLst/>
            </a:prstGeom>
            <a:noFill/>
            <a:ln w="28575" cap="flat" cmpd="sng">
              <a:solidFill>
                <a:srgbClr val="FF1E19"/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200" name="Google Shape;200;gd742bbaab6_0_36"/>
            <p:cNvCxnSpPr/>
            <p:nvPr/>
          </p:nvCxnSpPr>
          <p:spPr>
            <a:xfrm rot="10800000" flipH="1">
              <a:off x="8642675" y="3990450"/>
              <a:ext cx="16800" cy="711900"/>
            </a:xfrm>
            <a:prstGeom prst="straightConnector1">
              <a:avLst/>
            </a:prstGeom>
            <a:noFill/>
            <a:ln w="28575" cap="flat" cmpd="sng">
              <a:solidFill>
                <a:srgbClr val="FF1E19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EPFL - New Colors 2019">
      <a:dk1>
        <a:srgbClr val="413C3A"/>
      </a:dk1>
      <a:lt1>
        <a:srgbClr val="FFFFFF"/>
      </a:lt1>
      <a:dk2>
        <a:srgbClr val="413C3A"/>
      </a:dk2>
      <a:lt2>
        <a:srgbClr val="CAC7C7"/>
      </a:lt2>
      <a:accent1>
        <a:srgbClr val="E30613"/>
      </a:accent1>
      <a:accent2>
        <a:srgbClr val="00A79F"/>
      </a:accent2>
      <a:accent3>
        <a:srgbClr val="413C3A"/>
      </a:accent3>
      <a:accent4>
        <a:srgbClr val="007480"/>
      </a:accent4>
      <a:accent5>
        <a:srgbClr val="F39869"/>
      </a:accent5>
      <a:accent6>
        <a:srgbClr val="B51F1F"/>
      </a:accent6>
      <a:hlink>
        <a:srgbClr val="ED6E9C"/>
      </a:hlink>
      <a:folHlink>
        <a:srgbClr val="4F8F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Macintosh PowerPoint</Application>
  <PresentationFormat>On-screen Show (16:9)</PresentationFormat>
  <Paragraphs>32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Noto Sans Symbols</vt:lpstr>
      <vt:lpstr>Comfortaa</vt:lpstr>
      <vt:lpstr>Libre Franklin</vt:lpstr>
      <vt:lpstr>Arial</vt:lpstr>
      <vt:lpstr>Thème Office</vt:lpstr>
      <vt:lpstr>Experimental Setup</vt:lpstr>
      <vt:lpstr>Strategy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Utilisateur Microsoft Office</dc:creator>
  <cp:lastModifiedBy>Christopher Julien Stocker Salas</cp:lastModifiedBy>
  <cp:revision>1</cp:revision>
  <dcterms:created xsi:type="dcterms:W3CDTF">2019-04-02T06:24:35Z</dcterms:created>
  <dcterms:modified xsi:type="dcterms:W3CDTF">2025-05-18T21:31:39Z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0x0101001BFC127AB4946248A5685C1F92D54FFE</vt:lpwstr>
  </property>
</Properties>
</file>